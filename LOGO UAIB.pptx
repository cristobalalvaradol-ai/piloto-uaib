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8" d="100"/>
          <a:sy n="88" d="100"/>
        </p:scale>
        <p:origin x="91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751A3-049C-B873-EFCB-0CD679DF0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3BF688-E2DB-B23B-ECBE-2574CE7B3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9A9E62-FEA3-E62F-0038-2CC861458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4EB4-EBFA-4EDE-861A-2140CD779A54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1B825-C0C4-4E86-0774-F4643ADD1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538E75-DC2C-C4B4-248A-C2DAAFE21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F8A-068D-45DD-870D-D6A10ADE56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67459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340A3-A8C1-ECFF-A17B-CDAD4A2E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39527A-F1F0-F073-EE7A-995AED231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6BF53F-6E05-22D5-DC9F-3FC277B8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4EB4-EBFA-4EDE-861A-2140CD779A54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FE8A31-3FD8-196A-28FA-60DE872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12111C-EC39-10E6-A6D7-F67779B9B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F8A-068D-45DD-870D-D6A10ADE56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593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AD6C4-FEA4-B31F-06D0-D2E29A3AC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51D7EF-5DD1-4002-DFEF-6F249591C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7B1A80-7C63-FFB0-7813-1720502A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4EB4-EBFA-4EDE-861A-2140CD779A54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FE3AEA-A537-EEBF-48E7-72FF9171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B24C07-83FC-5ABE-764E-54BDA1C1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F8A-068D-45DD-870D-D6A10ADE56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0417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968B1-4832-5C07-2384-4F771BE95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106EF0-C27F-94D6-F434-0094D1D71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BA119D-1B9A-3EF6-2272-EBE26FF0C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5BE5D9-9881-056C-9FC7-9B343B1EE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4EB4-EBFA-4EDE-861A-2140CD779A54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38320C-257B-DD67-32E0-3FC67149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B7F18E-874F-47DD-F119-F71FBA3C0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F8A-068D-45DD-870D-D6A10ADE56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2599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2AAEA-505D-BA78-0038-472B78455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7ECE15-1800-123A-0C96-8372425C5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B27202-6D94-79F7-9364-4BD67BF2B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6D352A5-FC7B-6A92-8C34-49A01626B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19161FF-CCC4-91E9-5E76-E709DC1DE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931664-A94F-FB85-5DAB-60F0419A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4EB4-EBFA-4EDE-861A-2140CD779A54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0925CC7-6A00-D370-20E5-7DD4D5354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A4FB743-E641-81D9-01C5-55C7E50E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F8A-068D-45DD-870D-D6A10ADE56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5095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A1CAA-D665-FFA5-0C07-ED8A59FA0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CF5C6D-7CA3-603C-B14F-82F19612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4EB4-EBFA-4EDE-861A-2140CD779A54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E52DFE-6EF9-CC51-F98F-8E41D53B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46DFD15-5AE6-7AFF-9EA4-171D420E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F8A-068D-45DD-870D-D6A10ADE56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5274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2240B16-2F6A-09F5-D984-D9C6B11E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4EB4-EBFA-4EDE-861A-2140CD779A54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F8169E0-1E66-726C-BCF6-8352E65E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8B45FB-5E29-FF85-F505-870CE6499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F8A-068D-45DD-870D-D6A10ADE56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552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62BE7-A969-0FD3-0E84-918E66D4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9DFAD9-18E3-BBE9-2690-EEAFEB0A5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724E4D-877D-9E4F-605D-81F99B918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D2E39C-4F2F-1911-729A-958A0B1EB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4EB4-EBFA-4EDE-861A-2140CD779A54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3227DA-CA0E-429E-632A-8A42AFAF1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7B8E5C-A448-92E3-501C-3FCCB6BDA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F8A-068D-45DD-870D-D6A10ADE56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2321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414DC-7169-BEA4-88F4-8A85516B6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C961EA-3C59-A6F3-D9AA-61882C4293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63323F-0A2A-0515-4DB8-C11C1FE3F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22891C-3B4D-4C19-5549-C297595C5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4EB4-EBFA-4EDE-861A-2140CD779A54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80918F-6698-518E-9F29-881B0A9D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D0122E-1447-9E83-C40B-65B263D4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F8A-068D-45DD-870D-D6A10ADE56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05792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B6D346-8A39-AD0F-0E75-03265E2E2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3A4559-13F5-74C8-3982-34B5EC7B4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DA4677-C6D5-A924-5EFC-AFDE863F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4EB4-EBFA-4EDE-861A-2140CD779A54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955A93-312F-AA31-E0A6-4BBC2788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236E5B-4A73-BF45-0766-706B682F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F8A-068D-45DD-870D-D6A10ADE56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100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0887EC-3BA9-67DC-BD47-26762D191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7BCE45-2E37-3DBC-80BB-8BDF8C9BE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8BDA57-3114-91B0-7499-763D44CBF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4EB4-EBFA-4EDE-861A-2140CD779A54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FEEBD4-DF77-2217-0057-C4915221A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3A0354-3EDD-8C67-381C-FA514D0E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F8A-068D-45DD-870D-D6A10ADE56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873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E7C7A4-F7F8-D06C-CB1D-E7CB0C5AD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312508-77D9-B7A9-DE8A-5699174E5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D8F7A8-E204-BF04-9D17-B9F5B0C5A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F4EB4-EBFA-4EDE-861A-2140CD779A54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7B901D-AA44-F8BC-155F-2BEED8B0A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A5BA7C-D930-E51C-1235-D60A60AE9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F9F8A-068D-45DD-870D-D6A10ADE56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642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933E8-4B5B-0CBC-957D-46D9D955C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1C6C4C-0E6C-9D48-E886-CC024B693A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575653-0D8D-7AC0-68A1-A6640B1E6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16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cristobal alvarado</dc:creator>
  <cp:lastModifiedBy>cristobal alvarado</cp:lastModifiedBy>
  <cp:revision>1</cp:revision>
  <dcterms:created xsi:type="dcterms:W3CDTF">2026-04-28T16:19:46Z</dcterms:created>
  <dcterms:modified xsi:type="dcterms:W3CDTF">2026-04-28T16:20:05Z</dcterms:modified>
</cp:coreProperties>
</file>